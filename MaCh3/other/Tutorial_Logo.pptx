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8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0E518-923C-4E5D-B6AF-82124D7FECF5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53F81-68C4-4006-9B1A-EF5CB14F2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382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B0FC9-2DCA-F1DA-ABF1-99501D289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4CC0A-42E6-588A-A3B3-CD18A9266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45D81-F00C-1A5C-B204-F9201182D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BAA6D-3BF1-130D-24D8-F305C270F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4A450-2ABE-C931-5356-3A63F7B6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4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0B22-8B95-103B-E986-574C4BAF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4318C-20E4-9536-53E3-3AE9B77BE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7AE70-3AFA-4C18-8ACE-739BA9CD0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D075D-8B17-7F14-7377-42A4B19E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D3C1-E66B-17D5-C65C-F20557E9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52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2FAE-DD00-7304-3674-AC68BBD3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421B5-490C-8D70-5817-1686A8D0E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ED845-F34D-B291-AA33-8EE236DBE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D4A06-9A48-5116-C16C-05C70F40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0DE06-73D8-E648-273F-F20E34AE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26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5A31-7DBE-2C7A-19EB-75F4A152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F1791-2212-4E26-4A7C-294A53A51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E8C93-7CF4-7666-D6D7-3C622BCDA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E3625-A829-5CA5-7CFB-BCC62AEAD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40592-22CB-980A-A9AC-3B2FD000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7B98F-C3CC-06F3-4BDF-4FD7B5A2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27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9208-4D47-2DC4-7CAF-61CF8E74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87E41-3501-A036-E2CF-82C7F6F63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B79CA-1106-F638-FE5F-1B245B5F6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9D105-12EC-F0FA-6453-BF7FD662B2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68AC5-2178-BF7A-95B8-D7268BC31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2A804-DE5C-4582-F1E7-CA41DD61A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C17D4-BC03-DFBC-BBC4-FF6BFF57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6A25FF-1505-DF26-423E-75B0BD6B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99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817C-2BA2-57A3-5AA6-BBADBD91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7E8F8-B9B9-9FA7-30AC-CD1D8E66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CBCEB-2CC8-9010-1484-A65468C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0C0AC1-2798-5A5E-35D8-32E7D8FE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46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248D-C11E-DA24-8B7B-85A0EC58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7D9F7-2E07-8810-3F20-BA028710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9813B-522C-DFC6-D27A-34428DBD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08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9606-6F93-D5AD-5156-8613C6A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DBF1B-5DD3-B36F-CB78-C761C61A0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83BC6-EA5B-C1B9-FB4F-732C5FBB9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99C96-FFC1-A25B-9F45-E6D6D68DC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B02D6-F533-7972-00D3-CB47043E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F2082-D595-A826-9B87-EA1C93CE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27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EECDA-14F9-CEC8-8309-FB962D755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9B294B-0A68-5165-54CE-CF296C5C1BC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BD07C-0D43-6845-6A62-351022504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51AA1-5985-5B2D-FD54-56016D09B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56DF3-5A3E-AC92-B20A-A82B769C1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148BE-E0BE-DF70-E20E-8854DACC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13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57B7-9DAC-09F4-8125-79BB9CB6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C5E37-BCE4-AA6F-227E-AE2839BDB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A008B-58F1-05F8-E7BC-CA78EF069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6115E-2EA2-80DE-93ED-FEDF2DD9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2343D-7BFC-E8A8-BEAD-61BDFABB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280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A2176E-6704-49C3-6D35-42EEB4CAF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44131-A2B6-78EC-9D7E-3E63B43AF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B00DC-EB57-D2FA-437F-9E30A8F6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669EB-8975-7B90-9F31-503A4022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44034-CA3F-F895-E410-5270148F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004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B5FDE-89B2-3E0D-61B9-BFB2D278A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1EFFB-444D-4627-ECFA-57BBF6564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3DE6B-2656-D9B2-0176-2D883D3AC0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59195-20F6-4228-969A-81A0358B6E19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F8E47-CE3B-5182-7F41-2065C25DF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C9AE2-F8F7-932C-A6F4-EA88F5994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FB83B-49D4-4456-BC49-3EC2BDDD13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270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ch3logo.png">
            <a:extLst>
              <a:ext uri="{FF2B5EF4-FFF2-40B4-BE49-F238E27FC236}">
                <a16:creationId xmlns:a16="http://schemas.microsoft.com/office/drawing/2014/main" id="{589F1868-C164-52EB-03C3-4E3AC5565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717" y="1305080"/>
            <a:ext cx="4951549" cy="4247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F92B1B-5197-BCFB-12E7-E1377EE78D27}"/>
              </a:ext>
            </a:extLst>
          </p:cNvPr>
          <p:cNvSpPr txBox="1"/>
          <p:nvPr/>
        </p:nvSpPr>
        <p:spPr>
          <a:xfrm>
            <a:off x="3737381" y="3828912"/>
            <a:ext cx="3160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800" b="1" dirty="0">
                <a:ln>
                  <a:solidFill>
                    <a:schemeClr val="bg1"/>
                  </a:solidFill>
                </a:ln>
                <a:solidFill>
                  <a:srgbClr val="3F88C5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Tutorial</a:t>
            </a:r>
            <a:endParaRPr lang="en-GB" sz="4800" b="1" dirty="0">
              <a:ln>
                <a:solidFill>
                  <a:schemeClr val="bg1"/>
                </a:solidFill>
              </a:ln>
              <a:solidFill>
                <a:srgbClr val="3F88C5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080BEB-D2FE-C8A7-E876-058CD3C4F093}"/>
              </a:ext>
            </a:extLst>
          </p:cNvPr>
          <p:cNvSpPr/>
          <p:nvPr/>
        </p:nvSpPr>
        <p:spPr>
          <a:xfrm>
            <a:off x="6960783" y="2276411"/>
            <a:ext cx="317500" cy="177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descr="Cap, college, education, graduation cap, graduation hat, hat ...">
            <a:extLst>
              <a:ext uri="{FF2B5EF4-FFF2-40B4-BE49-F238E27FC236}">
                <a16:creationId xmlns:a16="http://schemas.microsoft.com/office/drawing/2014/main" id="{2AFDD4FE-BBF5-44FD-D70D-87EFEE6E19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18"/>
          <a:stretch>
            <a:fillRect/>
          </a:stretch>
        </p:blipFill>
        <p:spPr>
          <a:xfrm>
            <a:off x="3379740" y="979789"/>
            <a:ext cx="3739793" cy="317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6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Skwarczynski, Kamil</dc:creator>
  <cp:lastModifiedBy>Skwarczynski, Kamil</cp:lastModifiedBy>
  <cp:revision>3</cp:revision>
  <dcterms:created xsi:type="dcterms:W3CDTF">2026-09-28T18:01:38Z</dcterms:created>
  <dcterms:modified xsi:type="dcterms:W3CDTF">2026-09-28T18:36:37Z</dcterms:modified>
</cp:coreProperties>
</file>